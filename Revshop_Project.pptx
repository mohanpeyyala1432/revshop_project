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94648" autoAdjust="0"/>
  </p:normalViewPr>
  <p:slideViewPr>
    <p:cSldViewPr snapToGrid="0">
      <p:cViewPr varScale="1">
        <p:scale>
          <a:sx n="87" d="100"/>
          <a:sy n="87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FULL-STACK MONOLITHIC E-COMMERCE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5F1F-9B2E-F211-19D5-D5A9C330E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415" y="2426095"/>
            <a:ext cx="11029615" cy="36783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Java FSE With Angular Training Program</a:t>
            </a:r>
          </a:p>
          <a:p>
            <a:pPr marL="0" indent="0">
              <a:buNone/>
            </a:pPr>
            <a:r>
              <a:rPr lang="en-IN" dirty="0"/>
              <a:t>Project Submission</a:t>
            </a:r>
            <a:r>
              <a:rPr lang="en-US" b="1" dirty="0"/>
              <a:t> </a:t>
            </a:r>
            <a:r>
              <a:rPr lang="en-US" dirty="0"/>
              <a:t>Batch: [2355]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IN" b="1" dirty="0"/>
              <a:t>Project Team Members</a:t>
            </a:r>
          </a:p>
          <a:p>
            <a:r>
              <a:rPr lang="en-IN" dirty="0"/>
              <a:t>Mohan - Cart, Checkout &amp; Orders + Payment</a:t>
            </a:r>
          </a:p>
          <a:p>
            <a:r>
              <a:rPr lang="en-IN" dirty="0"/>
              <a:t>Yamini - Authentication &amp; User Management</a:t>
            </a:r>
          </a:p>
          <a:p>
            <a:r>
              <a:rPr lang="en-IN" dirty="0"/>
              <a:t>Reethika - Product Management (Seller Side)</a:t>
            </a:r>
          </a:p>
          <a:p>
            <a:r>
              <a:rPr lang="en-IN" dirty="0"/>
              <a:t>Lokesh  - </a:t>
            </a:r>
            <a:r>
              <a:rPr lang="en-US" dirty="0"/>
              <a:t>Product Browsing &amp; Search (Buyer Side)</a:t>
            </a:r>
            <a:endParaRPr lang="en-IN" dirty="0"/>
          </a:p>
          <a:p>
            <a:r>
              <a:rPr lang="en-IN" dirty="0"/>
              <a:t>Vijay Krishna - </a:t>
            </a:r>
            <a:r>
              <a:rPr lang="en-IN" b="1" dirty="0"/>
              <a:t> </a:t>
            </a:r>
            <a:r>
              <a:rPr lang="en-IN" dirty="0"/>
              <a:t>Reviews, Notifications, Wishlist &amp; Alerts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6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BB39-5B1C-DB82-3B8A-5561B674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APPLICATION OVERVIEW</a:t>
            </a:r>
            <a:endParaRPr lang="en-IN" b="1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A5A4F-5157-914C-20A0-C06354156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RevShop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full-stack monolithic e-commerce web application for Buyers and Sellers.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browse products, manage carts, place orders, and perform secure transactions.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separate modules for Buyers and Sellers with role-based access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Buyers can explore products, add to cart, place orders, track order history, and submit reviews.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manage inventory, add/update/delete products, view orders, and monitor stock levels.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 JWT-based authentication and authorization for secure access.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761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2A7A-FAA7-CB43-9AD5-40FDC5B5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b="1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149A-2319-8E92-18E8-C0A1903DE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Angular, HTML, CSS, TypeScript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(SQL)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Tool: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 4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Log4J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65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95C1-E9BE-0288-4E50-DCCD75A8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1406-A351-6437-2E99-57AB54878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RevShop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3-Layer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(Angular)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(Spring Boot)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(MySQL)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communication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backend design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structure</a:t>
            </a:r>
          </a:p>
        </p:txBody>
      </p:sp>
    </p:spTree>
    <p:extLst>
      <p:ext uri="{BB962C8B-B14F-4D97-AF65-F5344CB8AC3E}">
        <p14:creationId xmlns:p14="http://schemas.microsoft.com/office/powerpoint/2010/main" val="128705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DDED-3C72-B066-1427-7C5642F2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dirty="0">
                <a:solidFill>
                  <a:srgbClr val="00FF99"/>
                </a:solidFill>
              </a:rPr>
              <a:t> &amp; Account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35625B-5250-5FDE-28A6-BF90A23C63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57628"/>
            <a:ext cx="10481524" cy="352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dirty="0"/>
              <a:t>Buyers can create an account by providing their personal details to access the platform.</a:t>
            </a:r>
          </a:p>
          <a:p>
            <a:pPr lvl="0"/>
            <a:r>
              <a:rPr lang="en-US" sz="2000" dirty="0"/>
              <a:t>Sellers can register with their business information to manage and sell products on the platform.</a:t>
            </a:r>
          </a:p>
          <a:p>
            <a:pPr lvl="0"/>
            <a:r>
              <a:rPr lang="en-US" sz="2000" dirty="0"/>
              <a:t>Registered users can log in securely using their email and password.</a:t>
            </a:r>
          </a:p>
          <a:p>
            <a:pPr lvl="0"/>
            <a:r>
              <a:rPr lang="en-US" sz="2000" dirty="0"/>
              <a:t>Access to features is restricted based on the user’s assigned role (Buyer or Seller).</a:t>
            </a:r>
          </a:p>
          <a:p>
            <a:pPr lvl="0"/>
            <a:r>
              <a:rPr lang="en-US" sz="2000" dirty="0"/>
              <a:t>User passwords are securely stored in encrypted form using </a:t>
            </a:r>
            <a:r>
              <a:rPr lang="en-US" sz="2000" dirty="0" err="1"/>
              <a:t>BCrypt</a:t>
            </a:r>
            <a:r>
              <a:rPr lang="en-US" sz="2000" dirty="0"/>
              <a:t> hashing.</a:t>
            </a:r>
          </a:p>
          <a:p>
            <a:pPr lvl="0"/>
            <a:r>
              <a:rPr lang="en-US" sz="2000" dirty="0"/>
              <a:t>User contact and address details are stored in the database for order and delivery purposes.</a:t>
            </a:r>
          </a:p>
          <a:p>
            <a:pPr lvl="0"/>
            <a:r>
              <a:rPr lang="en-US" sz="2000" dirty="0"/>
              <a:t>After login, a JWT token is generated to authenticate and authorize user requests.</a:t>
            </a:r>
          </a:p>
          <a:p>
            <a:pPr lvl="0"/>
            <a:r>
              <a:rPr lang="en-US" sz="2000" dirty="0"/>
              <a:t>Angular route guards prevent unauthorized users from accessing restricted pages.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64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E621-E547-5B0B-C06B-97E12133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Inventory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037CCB-1A89-2062-E52A-F45B1868F5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80766"/>
            <a:ext cx="1073858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dirty="0"/>
              <a:t>Sellers can add new products with details like name, price, category, and quantity.</a:t>
            </a:r>
          </a:p>
          <a:p>
            <a:pPr lvl="0"/>
            <a:r>
              <a:rPr lang="en-US" sz="2000" dirty="0"/>
              <a:t>Sellers can modify existing product information such as price, description, or stock</a:t>
            </a:r>
          </a:p>
          <a:p>
            <a:pPr lvl="0"/>
            <a:r>
              <a:rPr lang="en-US" sz="2000" dirty="0"/>
              <a:t>Sellers can remove products from their inventory when they are no longer available.</a:t>
            </a:r>
          </a:p>
          <a:p>
            <a:pPr lvl="0"/>
            <a:r>
              <a:rPr lang="en-US" sz="2000" dirty="0"/>
              <a:t>Sellers can view a complete list of their products along with stock details.</a:t>
            </a:r>
          </a:p>
          <a:p>
            <a:pPr lvl="0"/>
            <a:r>
              <a:rPr lang="en-US" sz="2000" dirty="0"/>
              <a:t>Sellers can define the product’s selling price, original MRP, and discount percentage.</a:t>
            </a:r>
          </a:p>
          <a:p>
            <a:pPr lvl="0"/>
            <a:r>
              <a:rPr lang="en-US" sz="2000" dirty="0"/>
              <a:t>Sellers can update the available stock quantity of each product.</a:t>
            </a:r>
          </a:p>
          <a:p>
            <a:pPr lvl="0"/>
            <a:r>
              <a:rPr lang="en-US" sz="2000" dirty="0"/>
              <a:t>Sellers can set a minimum stock limit to receive alerts when product quantity falls below that level.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49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3A7F-5164-977B-EB6B-08C793C3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 &amp; Search</a:t>
            </a:r>
            <a:endParaRPr lang="en-IN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E511-CBC4-AAB9-78D1-4D7CF022D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 by Category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Products by Keyword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Product Details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Available Quantity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Product Search functionality  Allows buyers to search products using keywords Supports category-based searching Improves product discoverability, and enhances user experience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92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0442-CBFA-D6BA-B567-0B446427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</a:rPr>
              <a:t>Searching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427B0-EA84-9099-75F5-948E6BBC3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enters keyword in frontend</a:t>
            </a:r>
          </a:p>
          <a:p>
            <a:r>
              <a:rPr lang="en-US" dirty="0"/>
              <a:t>Request sent to backend REST API</a:t>
            </a:r>
          </a:p>
          <a:p>
            <a:r>
              <a:rPr lang="en-US" dirty="0"/>
              <a:t>Controller receives request</a:t>
            </a:r>
          </a:p>
          <a:p>
            <a:r>
              <a:rPr lang="en-US" dirty="0"/>
              <a:t>Service layer processes logic</a:t>
            </a:r>
          </a:p>
          <a:p>
            <a:r>
              <a:rPr lang="en-US" dirty="0"/>
              <a:t>Repository queries database</a:t>
            </a:r>
          </a:p>
          <a:p>
            <a:r>
              <a:rPr lang="en-US" dirty="0"/>
              <a:t>Matching products returned to 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41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7745-7683-92D2-65B1-E64C3B88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Cart, Checkout &amp; Orders + Payment</a:t>
            </a:r>
            <a:endParaRPr lang="en-IN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9C901-6387-EB09-DA4F-2E155768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Cart Quantity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from Cart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Cart with Total Calculation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(Shipping + Billing)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Confirmation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History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Payment (COD / Card)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089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991E-BF71-6D45-1E58-0F1EC069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Reviews, Notifications, Wishlist &amp; Alerts</a:t>
            </a:r>
            <a:endParaRPr lang="en-IN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C1AF-10ED-CCE8-8A94-68CDA41A0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Covered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Review &amp; Rating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Reviews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Products as Favorites (Wishlist)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In-App Notification (Order Placed)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(New Order Received)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Alerts (when quantity &lt; threshold)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91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470B-FEBD-A32F-F0AB-24A53D872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FB2E-07BB-37F0-BF8C-3572A335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Order: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&amp; Orders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Notifications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86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B5B5-A42A-C54E-08E9-110053DC6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– JUnit 4</a:t>
            </a:r>
            <a:endParaRPr lang="en-IN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B456-C61A-DDB1-02CA-281E110D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implemented using JUnit 4.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test cases written.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Mockito used for mocking dependencies.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business logic correctness.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via Maven test lifecycle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822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D7B5-E6E5-0A44-9278-28670123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Logging – Log4J</a:t>
            </a:r>
            <a:endParaRPr lang="en-IN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681E-C40B-BF54-FC26-FD901E344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Log4J integrated for application logging.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configured in log4j.properties file.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include INFO, DEBUG, ERROR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debugging and monitoring.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production issue tracking.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842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704D-0749-1AA5-7838-BFF125F0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as a Team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A18B15-5CE1-2DA7-320C-A2F0384BE7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588488"/>
            <a:ext cx="51667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JWT 403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issues between frontend &amp; 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CORS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Merge conflicts in 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 schema changes</a:t>
            </a:r>
          </a:p>
        </p:txBody>
      </p:sp>
    </p:spTree>
    <p:extLst>
      <p:ext uri="{BB962C8B-B14F-4D97-AF65-F5344CB8AC3E}">
        <p14:creationId xmlns:p14="http://schemas.microsoft.com/office/powerpoint/2010/main" val="2317388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D68F-F008-0A0E-3D01-7110FCB5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3324F8-17F6-856F-2238-FA71A7EED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80712"/>
            <a:ext cx="338759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Docker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CI/CD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Kubernetes</a:t>
            </a:r>
          </a:p>
        </p:txBody>
      </p:sp>
    </p:spTree>
    <p:extLst>
      <p:ext uri="{BB962C8B-B14F-4D97-AF65-F5344CB8AC3E}">
        <p14:creationId xmlns:p14="http://schemas.microsoft.com/office/powerpoint/2010/main" val="2752832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2455-DEC0-A3DE-0552-C6E836DA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solidFill>
                <a:srgbClr val="00FF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AF0FB-2D48-95CA-C104-8AF7BD36D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working web application.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&amp; role-based access.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OTP-based password reset system.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ready architecture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5602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445</TotalTime>
  <Words>776</Words>
  <Application>Microsoft Office PowerPoint</Application>
  <PresentationFormat>Widescreen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Gill Sans MT</vt:lpstr>
      <vt:lpstr>Times New Roman</vt:lpstr>
      <vt:lpstr>Wingdings</vt:lpstr>
      <vt:lpstr>Wingdings 2</vt:lpstr>
      <vt:lpstr>Custom</vt:lpstr>
      <vt:lpstr>REVSHOP</vt:lpstr>
      <vt:lpstr>PowerPoint Presentation</vt:lpstr>
      <vt:lpstr>     APPLICATION OVERVIEW</vt:lpstr>
      <vt:lpstr>TECHNOLOGY STACK</vt:lpstr>
      <vt:lpstr>SYSTEM ARCHITECTURE</vt:lpstr>
      <vt:lpstr>Authentication &amp; Account Management</vt:lpstr>
      <vt:lpstr>Product &amp; Inventory Management</vt:lpstr>
      <vt:lpstr>Product Browsing &amp; Search</vt:lpstr>
      <vt:lpstr>Searching Workflow</vt:lpstr>
      <vt:lpstr>Cart, Checkout &amp; Orders + Payment</vt:lpstr>
      <vt:lpstr>Reviews, Notifications, Wishlist &amp; Alerts</vt:lpstr>
      <vt:lpstr>Development &amp; Integration</vt:lpstr>
      <vt:lpstr>Testing – JUnit 4</vt:lpstr>
      <vt:lpstr>Logging – Log4J</vt:lpstr>
      <vt:lpstr>Challenges as a Team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peyyala</dc:creator>
  <cp:lastModifiedBy>mohan peyyala</cp:lastModifiedBy>
  <cp:revision>6</cp:revision>
  <dcterms:created xsi:type="dcterms:W3CDTF">2026-02-26T12:33:57Z</dcterms:created>
  <dcterms:modified xsi:type="dcterms:W3CDTF">2026-02-27T07:35:40Z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